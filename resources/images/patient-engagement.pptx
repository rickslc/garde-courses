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8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81"/>
  </p:normalViewPr>
  <p:slideViewPr>
    <p:cSldViewPr snapToGrid="0">
      <p:cViewPr varScale="1">
        <p:scale>
          <a:sx n="111" d="100"/>
          <a:sy n="111" d="100"/>
        </p:scale>
        <p:origin x="15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1F8D-6ADA-A446-ACF9-993E3D83E396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350EA-08BD-2143-8BE9-DFD9DE001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879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1F8D-6ADA-A446-ACF9-993E3D83E396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350EA-08BD-2143-8BE9-DFD9DE001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75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1F8D-6ADA-A446-ACF9-993E3D83E396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350EA-08BD-2143-8BE9-DFD9DE001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096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1F8D-6ADA-A446-ACF9-993E3D83E396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350EA-08BD-2143-8BE9-DFD9DE001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838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1F8D-6ADA-A446-ACF9-993E3D83E396}" type="datetimeFigureOut">
              <a:rPr lang="en-US" smtClean="0"/>
              <a:t>5/21/26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350EA-08BD-2143-8BE9-DFD9DE001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695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1F8D-6ADA-A446-ACF9-993E3D83E396}" type="datetimeFigureOut">
              <a:rPr lang="en-US" smtClean="0"/>
              <a:t>5/21/26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350EA-08BD-2143-8BE9-DFD9DE001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878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1F8D-6ADA-A446-ACF9-993E3D83E396}" type="datetimeFigureOut">
              <a:rPr lang="en-US" smtClean="0"/>
              <a:t>5/21/26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350EA-08BD-2143-8BE9-DFD9DE001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210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1F8D-6ADA-A446-ACF9-993E3D83E396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350EA-08BD-2143-8BE9-DFD9DE001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891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1F8D-6ADA-A446-ACF9-993E3D83E396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350EA-08BD-2143-8BE9-DFD9DE001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716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1F8D-6ADA-A446-ACF9-993E3D83E396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350EA-08BD-2143-8BE9-DFD9DE001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502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1F8D-6ADA-A446-ACF9-993E3D83E396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350EA-08BD-2143-8BE9-DFD9DE001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521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E51F8D-6ADA-A446-ACF9-993E3D83E396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E350EA-08BD-2143-8BE9-DFD9DE001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008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erson using smartphone in office">
            <a:extLst>
              <a:ext uri="{FF2B5EF4-FFF2-40B4-BE49-F238E27FC236}">
                <a16:creationId xmlns:a16="http://schemas.microsoft.com/office/drawing/2014/main" id="{F76F3297-868C-CDBB-487C-7720978AA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5168"/>
            <a:ext cx="9144000" cy="608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599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</TotalTime>
  <Words>0</Words>
  <Application>Microsoft Macintosh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ACM</dc:creator>
  <cp:lastModifiedBy>ACM</cp:lastModifiedBy>
  <cp:revision>2</cp:revision>
  <dcterms:created xsi:type="dcterms:W3CDTF">2026-05-21T15:27:50Z</dcterms:created>
  <dcterms:modified xsi:type="dcterms:W3CDTF">2026-05-21T16:24:36Z</dcterms:modified>
</cp:coreProperties>
</file>